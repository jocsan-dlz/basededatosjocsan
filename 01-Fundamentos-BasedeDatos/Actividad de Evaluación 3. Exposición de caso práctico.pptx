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FE53D8-AEC4-41EC-8817-BECD52C8547A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7AD5F-BF0B-4D40-9B16-493E45D91C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8378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AD5F-BF0B-4D40-9B16-493E45D91C67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648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B2129-5AF7-CBE2-949A-898C026FC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CB1F46-DD33-81DB-A51C-62C18DF52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77D58F-1FBE-4C0D-1237-EF62BBC04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883-51C6-48AD-8791-5E11EE89E4B9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42DED4-88FF-B21F-6175-2F0FCC8F1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DB4D5F-71DD-ADAA-CEE4-21B1017A3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81B1-D09A-49E5-89FE-9D6EE6E11E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840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9CD8AB-D15A-37AC-7636-ECD89D19F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D1D851-1AC5-9F24-7641-0DB31E7D2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D05294-EEBD-B7E6-4DCD-B3713E4B1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883-51C6-48AD-8791-5E11EE89E4B9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A9A752-B437-5BBA-9EF1-8CD7E967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E43151-B153-85F1-9F6A-0B36D6792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81B1-D09A-49E5-89FE-9D6EE6E11E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386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DA9EB-3E63-A399-C842-4F234955E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35D35D-F793-1F66-95A3-9296F804F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AF9AE5-CACC-EE40-FF61-31B8247EF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883-51C6-48AD-8791-5E11EE89E4B9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F3D719-5CE9-0033-4026-0433382C8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C6DAA0-7FA5-4BD5-330C-9EB88D86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81B1-D09A-49E5-89FE-9D6EE6E11E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17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FA7D9-7515-44C4-FE65-9A6E7A35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01492A-AAC2-367C-FC05-504490D3F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4A1041-2782-CEFD-EB20-9A4C87789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9DFFEB-D613-D712-4FED-3358A2FBA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883-51C6-48AD-8791-5E11EE89E4B9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59A5E2-8D06-FB95-AE29-BD539FA5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029D01-3AB1-604A-02CA-788A59821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81B1-D09A-49E5-89FE-9D6EE6E11E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7217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2E7160-0BFE-7281-71FB-2C6B54B66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97A52F-18C6-DF82-B009-3A48F0390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D86CFD-8A8E-6AB0-3A47-0DDC10920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6C5F8F1-4EC7-8292-22B4-51DD681037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96B98EF-3266-1F6D-5B45-24E5171C29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CB33A3-2CEF-DBA9-2974-93BE9CE67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883-51C6-48AD-8791-5E11EE89E4B9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1E7EB0F-34C5-FE00-789B-448F7288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E50862D-932E-4B54-9609-BF2F8148B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81B1-D09A-49E5-89FE-9D6EE6E11E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1071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A39B0-0A2C-4952-7E70-24A576813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950FDD8-3E8B-3E34-3BEE-29346E101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883-51C6-48AD-8791-5E11EE89E4B9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AF68FB1-4593-2399-626A-F49AF4190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BEF7C9-C713-01EB-2E9F-D3EA191FE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81B1-D09A-49E5-89FE-9D6EE6E11E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4955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9D85D05-F5DA-DF04-878C-642B2A306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883-51C6-48AD-8791-5E11EE89E4B9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0310D81-3FF6-7567-A9BF-4A0C613E5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F0B856-16A2-65B9-C70E-50D7B3334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81B1-D09A-49E5-89FE-9D6EE6E11E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6251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5D0D0-C5E9-7B0F-58DF-B12CE4074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059892-31A9-EA0C-F547-F3EACB7D3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CF98C1-D9DF-6351-9715-E8E730DF6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DC08F7-20D6-CA13-B573-306213C89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883-51C6-48AD-8791-5E11EE89E4B9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6B1B9B-3A66-753A-6146-E9CDFC10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6B7E62-46E2-CEA4-836D-227A0F0D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81B1-D09A-49E5-89FE-9D6EE6E11E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571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9CD3E-3AFA-E884-2E28-CB855203B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C0FCC11-E6BF-9D77-343D-2FBC9AD662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7FE4AC-AF86-9A67-87AA-8D09DBC90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5FB8C6-7E0A-4295-E70C-2CAA47F07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883-51C6-48AD-8791-5E11EE89E4B9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0FFC10-A0B5-4805-2584-58E51F4CD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D0FBC2-5C16-F361-6A71-B49F8C9DE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81B1-D09A-49E5-89FE-9D6EE6E11E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9828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A81441-60BB-9C8F-FF81-E39CCA7FB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92732C0-7401-43C1-E865-6E3B68D7B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99A73D-D882-9051-053B-C31114B15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883-51C6-48AD-8791-5E11EE89E4B9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8DB4F2-85F6-FADC-1A09-BE3D8683A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F89027-E499-519D-C1B8-FD41DC76B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81B1-D09A-49E5-89FE-9D6EE6E11E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6368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1A7EE6-6E59-38FD-76EF-FC965308D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8BB43E0-DB94-F0C3-1025-E54F33E92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4E035A-4E26-113E-A608-F411762F6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883-51C6-48AD-8791-5E11EE89E4B9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A5C36F-C2F4-5917-30A6-000CBE64C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206EF8-A48D-EDCC-1A73-BD3062196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081B1-D09A-49E5-89FE-9D6EE6E11E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0583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5B019C-9ED0-12AF-AC5E-3E0FF385B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ABE063-938D-313A-9B76-E44C7D574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15F11C-1469-18E1-0E4F-A588E31AFC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BB7883-51C6-48AD-8791-5E11EE89E4B9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435561-170E-8897-1297-37AE118A24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3B4389-8513-137B-4795-83D035DE7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081B1-D09A-49E5-89FE-9D6EE6E11E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7399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6829B6-61EA-D2C8-4BB7-17919A682B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D4DE37-3E5D-19A7-66F7-F306C6BD6F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2C2CAF-3D51-05B7-8A4B-362BA10CC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6"/>
            <a:ext cx="12192000" cy="68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716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D6549C-75C8-EA08-3BD7-01EF7C519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27986C-D751-37A4-42AE-3C2E45723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EF3083D-EFFB-186C-2825-A9723BA2A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" y="0"/>
            <a:ext cx="12190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784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1E6E3-9123-A0EC-F8D0-F4ED91A2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64FC26-2AA4-3723-E8B9-D3645EEB1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59ADFDA-CCA4-6194-1C0C-B568E5B23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857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B2F535-61F9-1274-BFCE-4419595DB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098D61-11DF-81CE-FD42-E38FCF4F4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FE18ECB-C08C-6A7D-010F-9B902915A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2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613B8A-3305-4176-983D-4A0263FBE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65B63D-FA95-D0B3-CCA8-A75C035DB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E9BC587-3E48-3F92-6DF5-EBC3705BA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66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9FB11-0844-DCB6-CE72-00477491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AD4778E-1515-E508-20C4-7E5A2B1F67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935239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39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D566A-65FE-5C80-3068-8E9206D38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796ED2-E8E5-9E75-CDB8-679BD0D90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1E2BF55-48D6-A9D1-7944-6CF892E7C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26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E3EC7-220E-7EF9-5891-D9EC551C6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FE7D23-DFA4-05E0-49EA-1E894222E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3ACA53-B500-6CF0-EE09-D06538609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63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96589-53C4-0F63-2847-210F0FC9E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607504-1055-2880-05A6-ED3E6A52B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7E81D29-662B-4CC6-85C0-85A7FF715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317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8F2BC5-EAD2-9155-F2DB-BF090FD3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42CE3A-E00B-66E0-B95B-C638C00FD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C4DA6FE-76E1-F21A-8240-935924174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6195"/>
            <a:ext cx="12192000" cy="717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7232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</Words>
  <Application>Microsoft Office PowerPoint</Application>
  <PresentationFormat>Panorámica</PresentationFormat>
  <Paragraphs>1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Jocsan Díaz luz</dc:creator>
  <cp:lastModifiedBy>Jocsan Díaz luz</cp:lastModifiedBy>
  <cp:revision>1</cp:revision>
  <dcterms:created xsi:type="dcterms:W3CDTF">2026-05-21T05:02:57Z</dcterms:created>
  <dcterms:modified xsi:type="dcterms:W3CDTF">2026-05-21T05:17:07Z</dcterms:modified>
</cp:coreProperties>
</file>